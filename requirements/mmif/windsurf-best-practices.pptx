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73736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Best Practices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Windsurf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371600" y="32918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MCP &amp; Context for High-Performance Teams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ScaleFirst AI  ·  March 2026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5x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iterations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proper context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118872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371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703320" y="22402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re-prompting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Rules + Skills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371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92240" y="22402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limit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Cascade session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5204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Windsurf's three pillars — Rules/Skills, MCP, and Context — are force multipliers only if your team configures them deliberately.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64008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a .windsurfrules File on Day One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loads project rules on every interaction. Without them, the AI guesses your stack, conventions, and constraints — and guesses wrong.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stack: runtime, framework, ORM, test runner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conventions: naming, error handling, logging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anti-patterns: "never suggest Express", "no console.log in production"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under 50 lines — concise rules are followed more reliably than walls of text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097280"/>
            <a:ext cx="1097280" cy="10972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60720" y="2606040"/>
            <a:ext cx="3017520" cy="1554480"/>
          </a:xfrm>
          <a:prstGeom prst="rect">
            <a:avLst/>
          </a:prstGeom>
          <a:solidFill>
            <a:srgbClr val="0D3B6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7432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508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TIP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943600" y="3154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.windsurfrules like a team README for the AI. Version-control it.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64008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Rules: Global → Project → Directory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 resolves rules hierarchically. Global rules set personal style; project rules enforce team standards; directory-scoped rules (via .windsurf/rules/) handle domain specifics.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global_rules.md — language preference, formatting style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.windsurfrules — team stack, testing patterns, shared conventions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.windsurf/rules/*.md — use frontmatter triggers for file-type specific rules (e.g. *.test.ts)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— directory-scoped instructions that auto-apply by file location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097280"/>
            <a:ext cx="1097280" cy="10972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60720" y="2606040"/>
            <a:ext cx="3017520" cy="1554480"/>
          </a:xfrm>
          <a:prstGeom prst="rect">
            <a:avLst/>
          </a:prstGeom>
          <a:solidFill>
            <a:srgbClr val="E0F2F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7432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508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TIP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943600" y="3154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 triggers (trigger: glob, globs: **/*.test.ts) keep rules surgical instead of global.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64008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Custom Skills for Repeatable Workflows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context-aware expert modules — loaded on demand, not always in memory. Unlike rules (always loaded), skills keep your context window lean until Cascade actually needs them.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SKILL.md in .windsurf/skills/&lt;skill-name&gt;/ with frontmatter (name, description)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supporting files (checklists, scripts, templates) in the same directory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descriptions that match how your team talks — Cascade auto-invokes based on description match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@skill-name in chat for explicit invocation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097280"/>
            <a:ext cx="1097280" cy="10972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60720" y="2606040"/>
            <a:ext cx="3017520" cy="1554480"/>
          </a:xfrm>
          <a:prstGeom prst="rect">
            <a:avLst/>
          </a:prstGeom>
          <a:solidFill>
            <a:srgbClr val="0D3B6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7432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508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TIP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943600" y="3154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your top 3 repeated workflows: deploy, PR review, onboarding. Those pay back immediately.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64008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MCP to Connect Cascade to Real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MCP, Cascade generates placeholder code against imaginary schemas. With MCP, it queries your actual database, reads your GitHub issues, and writes code that works the first time.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MCP in Windsurf Settings → Cascade → Model Context Protocol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MCP Marketplace for one-click installs (GitHub, Postgres, etc.)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in ~/.codeium/windsurf/mcp_config.json for custom servers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environment variables for secrets — never hardcode tokens in config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097280"/>
            <a:ext cx="1097280" cy="10972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60720" y="2606040"/>
            <a:ext cx="3017520" cy="1554480"/>
          </a:xfrm>
          <a:prstGeom prst="rect">
            <a:avLst/>
          </a:prstGeom>
          <a:solidFill>
            <a:srgbClr val="E0F2F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7432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508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TIP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943600" y="3154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GitHub + your database MCP. These two alone eliminate most context-switching.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64008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MCP Tool Count Under the 100-Tool Ceiling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supports a max of 100 MCP tools at once. Exceeding this silently degrades performance — the model gets confused deciding which tool to call.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installed MCPs: toggle off tools you rarely use per-server in settings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focused servers over Swiss Army Knife servers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MCP settings panel to selectively enable/disable tools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Cascade logs for tool-selection confusion or errors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097280"/>
            <a:ext cx="1097280" cy="10972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60720" y="2606040"/>
            <a:ext cx="3017520" cy="1554480"/>
          </a:xfrm>
          <a:prstGeom prst="rect">
            <a:avLst/>
          </a:prstGeom>
          <a:solidFill>
            <a:srgbClr val="0D3B6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7432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508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TIP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943600" y="3154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tools = better tool selection. Prune aggressively.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64008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Memories for Decisions, Rules for Standards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Memories persist facts across sessions ("we switched to GraphQL"). Rules enforce conventions ("always use Zod for validation"). Mixing them up leads to drift — decisions get forgotten, conventions get overridden.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coding standards, stack constraints, testing conventions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Memories: architectural decisions, API changes, team agreements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durable team knowledge, write it as a Rule — memories are per-machine and auto-generated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 review and prune auto-generated memories (they can become stale)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097280"/>
            <a:ext cx="1097280" cy="10972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60720" y="2606040"/>
            <a:ext cx="3017520" cy="1554480"/>
          </a:xfrm>
          <a:prstGeom prst="rect">
            <a:avLst/>
          </a:prstGeom>
          <a:solidFill>
            <a:srgbClr val="E0F2F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7432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508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TIP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943600" y="3154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matters to the whole team, it's a Rule. If it matters to this session's context, it's a Memory.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64008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@-Mentions for Surgical Context Injection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Cascade's context window is finite. Dumping your entire codebase in every prompt wastes tokens. @-mentions let you inject exactly the files, symbols, or codebase sections Cascade needs.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@filename — point Cascade to a specific file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@codebase — semantic search when you don't know which files matter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docs, tests, and config files by name in your prompt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re-explain conventions already in your Rules — trust the context pipeline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097280"/>
            <a:ext cx="1097280" cy="10972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60720" y="2606040"/>
            <a:ext cx="3017520" cy="1554480"/>
          </a:xfrm>
          <a:prstGeom prst="rect">
            <a:avLst/>
          </a:prstGeom>
          <a:solidFill>
            <a:srgbClr val="0D3B6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7432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508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TIP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943600" y="3154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@codebase for exploration, @file for precision. Never both at once.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64008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Leverage Flow Awareness — Don't Narrate What You Just Did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tracks your edits, terminal output, and navigation in real time. If you just ran a failing test, Cascade already knows. Repeating it wastes tokens and can confuse the model.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test failure, just ask: "Fix the failing tests" — Cascade saw the output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navigating to a function, ask: "Refactor this" — Cascade knows which function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Agent Mode for multi-step tasks — Cascade plans, executes, and iterates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Turbo Mode for trusted auto-execution of terminal commands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097280"/>
            <a:ext cx="1097280" cy="10972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60720" y="2606040"/>
            <a:ext cx="3017520" cy="1554480"/>
          </a:xfrm>
          <a:prstGeom prst="rect">
            <a:avLst/>
          </a:prstGeom>
          <a:solidFill>
            <a:srgbClr val="E0F2F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7432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508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TIP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943600" y="3154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 you explain, the more context budget Cascade has for actual reasoning.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64008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Standardize Skills Across the Team with Enterprise Configs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 now supports system-level skill definitions via MDM-managed configs. This means your security team can deploy skills to every developer's machine — ensuring consistent behavior across the org.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.windsurf/skills/ at the project level for team-shared skills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system-level rules and skills via MDM for enterprise baselines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skills.sh or LobeHub marketplace to discover and install community skills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 all skills alongside your codebase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097280"/>
            <a:ext cx="1097280" cy="10972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60720" y="2606040"/>
            <a:ext cx="3017520" cy="1554480"/>
          </a:xfrm>
          <a:prstGeom prst="rect">
            <a:avLst/>
          </a:prstGeom>
          <a:solidFill>
            <a:srgbClr val="0D3B6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7432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508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TIP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943600" y="3154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the new CI config — treat them with the same rigor.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64008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and Iterate: Context Is a Living System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skills, memories, and MCP configs are living artifacts. If you set them once and forget, they drift — just like any undocumented process. Regular review catches stale conventions and redundant tools.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Monthly: review .windsurfrules and prune obsolete conventions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Monthly: audit auto-generated memories and delete stale ones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Quarterly: review MCP server list — remove unused servers, add new ones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major refactors: update skills and directory-scoped rules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097280"/>
            <a:ext cx="1097280" cy="10972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60720" y="2606040"/>
            <a:ext cx="3017520" cy="1554480"/>
          </a:xfrm>
          <a:prstGeom prst="rect">
            <a:avLst/>
          </a:prstGeom>
          <a:solidFill>
            <a:srgbClr val="E0F2F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7432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508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TIP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943600" y="3154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"Windsurf config review" to your sprint retro checklist.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Reference: Windsurf Context Stack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1828800"/>
                <a:gridCol w="3108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LOADED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workspaces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interaction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style, language prefs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.windsurfrules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interaction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stack, conventions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.windsurf/rules/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Trigger-matched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File-type rules (test, API)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by file 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Scoped instructions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(SKILL.md)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/ Global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On-demand (invoked)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Repeatable workflows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(local)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Auto-loaded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Decisions, facts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data/tools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pipeline: Load Rules → Load Memories → Read open files → Codebase retrieval → Recent actions → Assemble prompt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is the multiplier.</a:t>
            </a:r>
            <a:endParaRPr lang="en-US" sz="3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Configure it deliberately.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today: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35661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Add a .windsurfrules to your repo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Install GitHub + DB MCP servers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Create your first team Skill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ScaleFirst AI  ·  scalefirstai.com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 Best Practices for Windsurf: Skills, MCP &amp; Context</dc:title>
  <dc:subject>PptxGenJS Presentation</dc:subject>
  <dc:creator>ScaleFirst AI</dc:creator>
  <cp:lastModifiedBy>ScaleFirst AI</cp:lastModifiedBy>
  <cp:revision>1</cp:revision>
  <dcterms:created xsi:type="dcterms:W3CDTF">2026-03-13T12:03:22Z</dcterms:created>
  <dcterms:modified xsi:type="dcterms:W3CDTF">2026-03-13T12:03:22Z</dcterms:modified>
</cp:coreProperties>
</file>